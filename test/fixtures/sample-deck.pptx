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built the parcel layer and ran the screening myself.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Chula Vista Affordable Housing Parcel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find parcels that fit LIHTC projects</a:t>
            </a:r>
          </a:p>
          <a:p>
            <a:r>
              <a:t>QGIS model with TCAC opportunity 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Filtered 12,000 parcels by zoning, size &amp; transit access</a:t>
            </a:r>
          </a:p>
          <a:p>
            <a:r>
              <a:t>Shortlisted 14 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